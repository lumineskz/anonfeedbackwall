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70" r:id="rId11"/>
    <p:sldId id="264" r:id="rId12"/>
    <p:sldId id="265" r:id="rId13"/>
    <p:sldId id="266" r:id="rId14"/>
    <p:sldId id="267" r:id="rId15"/>
    <p:sldId id="268" r:id="rId1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2976">
          <p15:clr>
            <a:srgbClr val="747775"/>
          </p15:clr>
        </p15:guide>
        <p15:guide id="4" orient="horz" pos="171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96"/>
      </p:cViewPr>
      <p:guideLst>
        <p:guide orient="horz" pos="1620"/>
        <p:guide pos="2880"/>
        <p:guide pos="2976"/>
        <p:guide orient="horz" pos="17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a30a109af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a30a109af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30a109af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a30a109af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a30a109af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a30a109af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a30a109af6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a30a109af6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30a109af6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a30a109af6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a30a109af6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a30a109af6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30a109af6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a30a109af6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30a109af6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30a109af6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a30a109af6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a30a109af6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a30a109af6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a30a109af6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30a109af6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a30a109af6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30a109af6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a30a109af6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Font typeface="Times New Roman"/>
              <a:buNone/>
              <a:defRPr sz="5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Times New Roman"/>
              <a:buNone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95725" y="768149"/>
            <a:ext cx="6593700" cy="13090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AnonAeon:</a:t>
            </a:r>
            <a:br>
              <a:rPr lang="en" dirty="0"/>
            </a:br>
            <a:r>
              <a:rPr lang="en" sz="4900" dirty="0"/>
              <a:t>Anonymous Feedback wall 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9425" y="239550"/>
            <a:ext cx="1769000" cy="17857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311700" y="239550"/>
            <a:ext cx="39693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latin typeface="Times New Roman"/>
                <a:ea typeface="Times New Roman"/>
                <a:cs typeface="Times New Roman"/>
                <a:sym typeface="Times New Roman"/>
              </a:rPr>
              <a:t>Proposal</a:t>
            </a:r>
            <a:r>
              <a:rPr lang="en" sz="23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Defense on</a:t>
            </a:r>
            <a:endParaRPr sz="2300" b="1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5366225" y="3066325"/>
            <a:ext cx="3292200" cy="9078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5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Supervised by:</a:t>
            </a:r>
            <a:endParaRPr sz="2350" b="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latin typeface="Times New Roman"/>
                <a:ea typeface="Times New Roman"/>
                <a:cs typeface="Times New Roman"/>
                <a:sym typeface="Times New Roman"/>
              </a:rPr>
              <a:t>Mr. Bipin Maharjan</a:t>
            </a:r>
            <a:endParaRPr sz="21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11700" y="3066325"/>
            <a:ext cx="4414200" cy="15828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Presented by:</a:t>
            </a:r>
            <a:endParaRPr sz="2800" b="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latin typeface="Times New Roman"/>
                <a:ea typeface="Times New Roman"/>
                <a:cs typeface="Times New Roman"/>
                <a:sym typeface="Times New Roman"/>
              </a:rPr>
              <a:t>Shulabh Shrestha</a:t>
            </a:r>
            <a:endParaRPr sz="25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latin typeface="Times New Roman"/>
                <a:ea typeface="Times New Roman"/>
                <a:cs typeface="Times New Roman"/>
                <a:sym typeface="Times New Roman"/>
              </a:rPr>
              <a:t>BCSIT</a:t>
            </a:r>
            <a:endParaRPr sz="25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latin typeface="Times New Roman"/>
                <a:ea typeface="Times New Roman"/>
                <a:cs typeface="Times New Roman"/>
                <a:sym typeface="Times New Roman"/>
              </a:rPr>
              <a:t>2024-2-08-0747</a:t>
            </a:r>
            <a:endParaRPr sz="25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latin typeface="Times New Roman"/>
                <a:ea typeface="Times New Roman"/>
                <a:cs typeface="Times New Roman"/>
                <a:sym typeface="Times New Roman"/>
              </a:rPr>
              <a:t>Uniglobe College</a:t>
            </a:r>
            <a:endParaRPr sz="25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5366225" y="4301475"/>
            <a:ext cx="3180900" cy="5286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latin typeface="Times New Roman"/>
                <a:ea typeface="Times New Roman"/>
                <a:cs typeface="Times New Roman"/>
                <a:sym typeface="Times New Roman"/>
              </a:rPr>
              <a:t>Date</a:t>
            </a:r>
            <a:r>
              <a:rPr lang="en" sz="21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30</a:t>
            </a:r>
            <a:r>
              <a:rPr lang="en" sz="2100" b="1" baseline="30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</a:t>
            </a:r>
            <a:r>
              <a:rPr lang="en" sz="21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November 202</a:t>
            </a:r>
            <a:r>
              <a:rPr lang="en" sz="2100" b="1" dirty="0"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 sz="21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</a:t>
            </a:r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Introduction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Statement of Problem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Objectives of the Project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Scope of the Project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Proposed System Overview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 Design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Proposed Methodology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Tools and Technologies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Expected Outcomes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Project Timeline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References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Web-based platform for collecting anonymous feedback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Ensured privacy and security for users submitting opinions.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Enables organizations, schools and workplaces to gather honest input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Build using PHP, HTML, CSS and JavaScript for functionality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Statement of Problem</a:t>
            </a:r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People hesitate to give honest feedback due to fear of judgement or exposure.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Lack of secure, anonymous platforms reduces openness and engagement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Target users: Students, employees and organizations seeking genuine  feedbacks.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Objectives of the Project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To enable users to submit feedback anonymously(or non-anonymously) and securely.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To provide administrators with an organized system to view and manage collected feedback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Scope of the Project</a:t>
            </a:r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What it includes:</a:t>
            </a:r>
          </a:p>
          <a:p>
            <a:r>
              <a:rPr lang="en-US" dirty="0"/>
              <a:t>Web-based platform for submitting and viewing anonymous feedback</a:t>
            </a:r>
          </a:p>
          <a:p>
            <a:r>
              <a:rPr lang="en-US" dirty="0"/>
              <a:t>Database storage for feedback entries</a:t>
            </a:r>
          </a:p>
          <a:p>
            <a:r>
              <a:rPr lang="en-US" dirty="0"/>
              <a:t>User authentication for administrators</a:t>
            </a:r>
          </a:p>
          <a:p>
            <a:endParaRPr lang="en-US" dirty="0"/>
          </a:p>
          <a:p>
            <a:pPr marL="114300" indent="0">
              <a:buNone/>
            </a:pPr>
            <a:r>
              <a:rPr lang="en-US" dirty="0"/>
              <a:t>Limitations:</a:t>
            </a:r>
          </a:p>
          <a:p>
            <a:r>
              <a:rPr lang="en-US" dirty="0"/>
              <a:t>Advanced analytics or reporting tools</a:t>
            </a:r>
          </a:p>
          <a:p>
            <a:r>
              <a:rPr lang="en-US" dirty="0"/>
              <a:t>Offline functionality or mobile app 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System Overview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7D7932-A317-D02E-3AAB-297F69DB6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6406" y="0"/>
            <a:ext cx="3533152" cy="514350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951352-D4CE-11BC-102B-4D6CC11DA8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>
            <a:spLocks noGrp="1"/>
          </p:cNvSpPr>
          <p:nvPr>
            <p:ph type="title"/>
          </p:nvPr>
        </p:nvSpPr>
        <p:spPr>
          <a:xfrm>
            <a:off x="0" y="-17473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System Design</a:t>
            </a:r>
            <a:endParaRPr dirty="0"/>
          </a:p>
        </p:txBody>
      </p:sp>
      <p:sp>
        <p:nvSpPr>
          <p:cNvPr id="101" name="Google Shape;101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3 Slides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DFD (Data Flow Diagram) Diagram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 Case Diagram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ER Diagram (Entity Relationship Diagram) for database design</a:t>
            </a: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A7AC17-D018-5D6D-6A56-17BE9B9B3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8275"/>
            <a:ext cx="9144000" cy="4931764"/>
          </a:xfrm>
          <a:prstGeom prst="rect">
            <a:avLst/>
          </a:prstGeom>
        </p:spPr>
      </p:pic>
      <p:sp>
        <p:nvSpPr>
          <p:cNvPr id="4" name="Google Shape;100;p20">
            <a:extLst>
              <a:ext uri="{FF2B5EF4-FFF2-40B4-BE49-F238E27FC236}">
                <a16:creationId xmlns:a16="http://schemas.microsoft.com/office/drawing/2014/main" id="{FD564547-6271-AAE3-DBF7-8C8EB288CD4C}"/>
              </a:ext>
            </a:extLst>
          </p:cNvPr>
          <p:cNvSpPr txBox="1">
            <a:spLocks/>
          </p:cNvSpPr>
          <p:nvPr/>
        </p:nvSpPr>
        <p:spPr>
          <a:xfrm>
            <a:off x="0" y="2882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Use case diagram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D1E71-B19C-BA35-473B-91929E1C6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4380" y="-97710"/>
            <a:ext cx="8520600" cy="572700"/>
          </a:xfrm>
        </p:spPr>
        <p:txBody>
          <a:bodyPr>
            <a:normAutofit/>
          </a:bodyPr>
          <a:lstStyle/>
          <a:p>
            <a:r>
              <a:rPr lang="en-US" sz="1800" dirty="0"/>
              <a:t>ER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C1B38-BAD6-1674-EBCF-18A66E8F5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13D2C6-222A-010B-45BF-5CA77EA1F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9280"/>
            <a:ext cx="700024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583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98C99-985B-975D-5F9C-FAA5F9198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84540" y="-9345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Data Flow Diagram (DFD)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925EF-DD03-18FF-AA53-1E749B2682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077249-C728-4F9C-990E-1833BECE8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" y="356793"/>
            <a:ext cx="9144000" cy="478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99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Methodology</a:t>
            </a:r>
            <a:endParaRPr/>
          </a:p>
        </p:txBody>
      </p:sp>
      <p:sp>
        <p:nvSpPr>
          <p:cNvPr id="107" name="Google Shape;107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Approach (e.g., Waterfall, Agile, Spiral, etc.)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Outline of Development Stages (In diagram)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Tools and Technologies</a:t>
            </a:r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Programming Language: PHP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Database: MySQL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Front-end: HTML, CSS, JavaScript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Server: Apache / Nginx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Others: Bootstrap, AJAX, etc. (if used)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Expected Outcomes</a:t>
            </a:r>
            <a:endParaRPr/>
          </a:p>
        </p:txBody>
      </p:sp>
      <p:sp>
        <p:nvSpPr>
          <p:cNvPr id="119" name="Google Shape;119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impact will your system have?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will benefit and how?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Timeline</a:t>
            </a:r>
            <a:endParaRPr/>
          </a:p>
        </p:txBody>
      </p:sp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Gantt chart diagram only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References</a:t>
            </a:r>
            <a:endParaRPr/>
          </a:p>
        </p:txBody>
      </p:sp>
      <p:sp>
        <p:nvSpPr>
          <p:cNvPr id="131" name="Google Shape;131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APA/IEEE format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any concept or tool is cited, mention proper references (books, research papers, websites)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345</Words>
  <Application>Microsoft Office PowerPoint</Application>
  <PresentationFormat>On-screen Show (16:9)</PresentationFormat>
  <Paragraphs>69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Times New Roman</vt:lpstr>
      <vt:lpstr>Simple Light</vt:lpstr>
      <vt:lpstr>AnonAeon: Anonymous Feedback wall </vt:lpstr>
      <vt:lpstr>Contents</vt:lpstr>
      <vt:lpstr>Introduction</vt:lpstr>
      <vt:lpstr>Statement of Problem</vt:lpstr>
      <vt:lpstr>Objectives of the Project</vt:lpstr>
      <vt:lpstr>Scope of the Project</vt:lpstr>
      <vt:lpstr>Proposed System Overview</vt:lpstr>
      <vt:lpstr>System Design</vt:lpstr>
      <vt:lpstr>ER DIAGRAM</vt:lpstr>
      <vt:lpstr>Data Flow Diagram (DFD)</vt:lpstr>
      <vt:lpstr>Proposed Methodology</vt:lpstr>
      <vt:lpstr>Tools and Technologies</vt:lpstr>
      <vt:lpstr>Expected Outcomes</vt:lpstr>
      <vt:lpstr>Project Timeline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Lumi N</dc:creator>
  <cp:lastModifiedBy>Lumi 26710</cp:lastModifiedBy>
  <cp:revision>1</cp:revision>
  <dcterms:modified xsi:type="dcterms:W3CDTF">2025-11-25T15:25:51Z</dcterms:modified>
</cp:coreProperties>
</file>