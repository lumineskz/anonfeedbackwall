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66" r:id="rId14"/>
    <p:sldId id="267" r:id="rId15"/>
    <p:sldId id="268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  <p15:guide id="4" orient="horz" pos="171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81" y="67"/>
      </p:cViewPr>
      <p:guideLst>
        <p:guide orient="horz" pos="1620"/>
        <p:guide pos="2880"/>
        <p:guide pos="2976"/>
        <p:guide orient="horz" pos="17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06:57:43.6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11461 24575,'-1'105'0,"3"113"0,-2-216 0,0-1 0,0 1 0,0-1 0,0 1 0,0-1 0,0 0 0,0 1 0,1-1 0,-1 1 0,1-1 0,-1 0 0,1 1 0,-1-1 0,1 0 0,0 0 0,-1 1 0,1-1 0,0 0 0,0 0 0,0 0 0,0 0 0,0 0 0,0 0 0,0 0 0,1 0 0,-1-1 0,0 1 0,0 0 0,1-1 0,-1 1 0,0-1 0,1 1 0,-1-1 0,0 0 0,1 1 0,-1-1 0,1 0 0,-1 0 0,1 0 0,-1 0 0,0 0 0,1 0 0,-1-1 0,1 1 0,-1 0 0,0-1 0,2 0 0,8-3 0,-1 0 0,-1-1 0,1 0 0,16-12 0,-21 14 0,0-1 0,1 1 0,0 1 0,0-1 0,1 1 0,-1 0 0,0 0 0,1 1 0,-1 0 0,13-1 0,64 4 0,-42 0 0,684-1 0,-580 9 0,4 0 0,-13-11 0,159 2 0,-193 9 0,34 0 0,41-11 0,132 2 0,-209 9 0,32 0 0,40-12 0,198 4 0,-340 2 0,60 13 0,-55-8 0,36 3 0,-60-11 0,0 0 0,0-1 0,1-1 0,-1 1 0,0-2 0,0 1 0,16-6 0,-26 7 0,1-1 0,0 1 0,-1-1 0,1 0 0,-1 0 0,1 1 0,-1-1 0,0 0 0,1 0 0,-1 0 0,0-1 0,0 1 0,1 0 0,-1 0 0,0-1 0,0 1 0,-1-1 0,1 1 0,0-1 0,0 1 0,-1-1 0,1 1 0,-1-1 0,1 0 0,-1-1 0,1-4 0,-1-1 0,0 1 0,0 0 0,-2-14 0,-1-3 0,2-93 0,5 1 0,20-122 0,1 3 0,-15 144 0,31-117 0,-21 118 0,12-124 0,-16 50 0,5-100 0,-21-544 0,-1 359 0,-9 256 0,0 16 0,9-805 0,2 473 0,9 342 0,1 6 0,4-249 0,-9 118 0,-8 191 0,11-110 0,40-237 0,-46 420 0,-1 0 0,-1 0 0,-1 0 0,-2 0 0,0 0 0,-12-48 0,12 65 0,1 1 0,0 0 0,1-1 0,0 1 0,0-1 0,1 1 0,3-14 0,1-18 0,6-757 0,-13 496 0,2-1344 0,10 1469 0,1-8 0,-8 112 0,3-1 0,28-128 0,-23 125 0,2-157 0,-8 81 0,6 9 0,7-233 0,-20 299 0,3-86 0,-1 164 0,0 0 0,0 0 0,0 0 0,1 0 0,-1 0 0,0 1 0,0-1 0,0 0 0,1 0 0,-1 0 0,0 0 0,1 0 0,-1 0 0,1 1 0,-1-1 0,1 0 0,0 0 0,-1 1 0,1-1 0,-1 0 0,1 1 0,0-1 0,0 1 0,-1-1 0,1 1 0,0-1 0,0 1 0,0-1 0,0 1 0,0 0 0,0 0 0,-1-1 0,1 1 0,0 0 0,0 0 0,0 0 0,0 0 0,0 0 0,0 0 0,0 0 0,0 0 0,1 1 0,6 1 0,0 0 0,0 1 0,0 0 0,10 6 0,6 2 0,-3-5 0,0-1 0,0 0 0,0-2 0,30 1 0,91-6 0,-53 0 0,371 2 0,-444 1 0,0 1 0,0 1 0,0 0 0,24 8 0,-21-5 0,0-1 0,29 3 0,48-5 0,-66-4 0,0 2 0,41 5 0,36 11 0,61 11 0,-133-22 0,1-2 0,0-1 0,0-2 0,44-4 0,4 0 0,514 3 0,-564-1 0,41-8 0,25-1 0,-47 11 0,97 14 0,-118-13 0,18 5 0,-50-7-34,1 0 0,-1 0 0,1 0 0,-1 0 0,1 0-1,-1 0 1,0 0 0,1 0 0,-1 0 0,1 0 0,-1 1 0,0-1 0,1 0-1,-1 0 1,1 1 0,-1-1 0,0 0 0,1 0 0,-1 1 0,0-1-1,0 0 1,1 1 0,-1-1 0,0 1 0,0-1 0,1 0 0,-1 1 0,0-1-1,0 1 1,0-1 0,0 0 0,0 1 0,0-1 0,0 1 0,1-1 0,-1 1-1,0-1 1,-1 1 0,1 0 0,-3 6-6792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06:57:46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24575,'0'500'0,"1"-473"0,2 0 0,12 52 0,-8-49 0,5 52 0,-9-2-1365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06:57:50.5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75 24575,'2'1'0,"1"-1"0,-1 1 0,1 0 0,-1 0 0,1 0 0,-1 1 0,0-1 0,0 1 0,1-1 0,-1 1 0,0 0 0,-1-1 0,1 1 0,3 4 0,21 29 0,-17-23 0,13 23 0,51 58 0,-63-79 0,0 0 0,0 0 0,10 23 0,-5-9 0,-14-28 0,-1 1 0,0 0 0,0-1 0,1 1 0,-1-1 0,1 1 0,-1-1 0,0 1 0,1-1 0,-1 0 0,1 1 0,-1-1 0,1 1 0,-1-1 0,1 0 0,-1 1 0,1-1 0,-1 0 0,1 0 0,0 1 0,-1-1 0,1 0 0,-1 0 0,1 0 0,0 0 0,-1 0 0,1 0 0,-1 0 0,2 0 0,14-12 0,6-25 0,-10 10 0,2 1 0,0 0 0,1 1 0,2 0 0,29-33 0,6-2 60,-34 38-773,39-38 1,-42 48-6114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30a109a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30a109a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30a109af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30a109af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30a109af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30a109af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30a109af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30a109af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30a109af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30a109af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30a109af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30a109af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0a109af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0a109af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0a109af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0a109af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30a109af6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30a109af6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0a109af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0a109af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30a109af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30a109af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30a109af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30a109af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imes New Roman"/>
              <a:buNone/>
              <a:defRPr sz="5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Times New Roman"/>
              <a:buNone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customXml" Target="../ink/ink1.xml"/><Relationship Id="rId10" Type="http://schemas.openxmlformats.org/officeDocument/2006/relationships/image" Target="../media/image10.png"/><Relationship Id="rId4" Type="http://schemas.openxmlformats.org/officeDocument/2006/relationships/image" Target="../media/image7.png"/><Relationship Id="rId9" Type="http://schemas.openxmlformats.org/officeDocument/2006/relationships/customXml" Target="../ink/ink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5725" y="768149"/>
            <a:ext cx="6593700" cy="130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AnonAeon:</a:t>
            </a:r>
            <a:br>
              <a:rPr lang="en" dirty="0"/>
            </a:br>
            <a:r>
              <a:rPr lang="en" sz="4900" dirty="0"/>
              <a:t>Anonymous Feedback wall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9425" y="239550"/>
            <a:ext cx="1769000" cy="17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0" y="239550"/>
            <a:ext cx="39693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latin typeface="Times New Roman"/>
                <a:ea typeface="Times New Roman"/>
                <a:cs typeface="Times New Roman"/>
                <a:sym typeface="Times New Roman"/>
              </a:rPr>
              <a:t>Proposal</a:t>
            </a:r>
            <a:r>
              <a:rPr lang="en" sz="23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Defense on</a:t>
            </a:r>
            <a:endParaRPr sz="2300"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66225" y="3066325"/>
            <a:ext cx="3292200" cy="907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5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by:</a:t>
            </a:r>
            <a:endParaRPr sz="235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Times New Roman"/>
                <a:ea typeface="Times New Roman"/>
                <a:cs typeface="Times New Roman"/>
                <a:sym typeface="Times New Roman"/>
              </a:rPr>
              <a:t>Mr. Bipin Maharjan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3066325"/>
            <a:ext cx="4414200" cy="1582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sz="280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Shulabh Shrestha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BCSIT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2024-2-08-0747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Uniglobe College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66225" y="4301475"/>
            <a:ext cx="3180900" cy="5286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Date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30</a:t>
            </a:r>
            <a:r>
              <a:rPr lang="en" sz="2100" b="1" baseline="30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November 202</a:t>
            </a: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Statement of Problem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Objectives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System Overview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 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Methodology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Tools and Technologies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Expected Outcomes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Project Timeline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References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Web-based platform for collecting anonymous feedback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Ensured privacy and security for users submitting opinions.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Enables organizations, schools and workplaces to gather honest input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using PHP, HTML, CSS and JavaScript for functionality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Statement of Problem</a:t>
            </a:r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People hesitate to give honest feedback due to fear of judgement or exposure.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Lack of secure, anonymous platforms reduces openness and engagement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Target users: Students, employees and organizations seeking genuine  feedbacks.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Objectives of the Project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enable users to submit feedback anonymously(or non-anonymously) and securely.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provide administrators with an organized system to view and manage collected feedback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the Project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What it includes:</a:t>
            </a:r>
          </a:p>
          <a:p>
            <a:r>
              <a:rPr lang="en-US" dirty="0"/>
              <a:t>Web-based platform for submitting and viewing anonymous feedback</a:t>
            </a:r>
          </a:p>
          <a:p>
            <a:r>
              <a:rPr lang="en-US" dirty="0"/>
              <a:t>Database storage for feedback entries</a:t>
            </a:r>
          </a:p>
          <a:p>
            <a:r>
              <a:rPr lang="en-US" dirty="0"/>
              <a:t>User authentication for administrators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Limitations:</a:t>
            </a:r>
          </a:p>
          <a:p>
            <a:r>
              <a:rPr lang="en-US" dirty="0"/>
              <a:t>Advanced analytics or reporting tools</a:t>
            </a:r>
          </a:p>
          <a:p>
            <a:r>
              <a:rPr lang="en-US" dirty="0"/>
              <a:t>Offline functionality or mobile app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System Overview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7D7932-A317-D02E-3AAB-297F69DB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406" y="0"/>
            <a:ext cx="3533152" cy="51435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51352-D4CE-11BC-102B-4D6CC11DA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title"/>
          </p:nvPr>
        </p:nvSpPr>
        <p:spPr>
          <a:xfrm>
            <a:off x="0" y="-17473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Design</a:t>
            </a:r>
            <a:endParaRPr dirty="0"/>
          </a:p>
        </p:txBody>
      </p:sp>
      <p:sp>
        <p:nvSpPr>
          <p:cNvPr id="101" name="Google Shape;101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Slides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DFD (Data Flow Diagram)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Case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ER Diagram (Entity Relationship Diagram) for database design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7AC17-D018-5D6D-6A56-17BE9B9B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8275"/>
            <a:ext cx="9144000" cy="4931764"/>
          </a:xfrm>
          <a:prstGeom prst="rect">
            <a:avLst/>
          </a:prstGeom>
        </p:spPr>
      </p:pic>
      <p:sp>
        <p:nvSpPr>
          <p:cNvPr id="4" name="Google Shape;100;p20">
            <a:extLst>
              <a:ext uri="{FF2B5EF4-FFF2-40B4-BE49-F238E27FC236}">
                <a16:creationId xmlns:a16="http://schemas.microsoft.com/office/drawing/2014/main" id="{FD564547-6271-AAE3-DBF7-8C8EB288CD4C}"/>
              </a:ext>
            </a:extLst>
          </p:cNvPr>
          <p:cNvSpPr txBox="1">
            <a:spLocks/>
          </p:cNvSpPr>
          <p:nvPr/>
        </p:nvSpPr>
        <p:spPr>
          <a:xfrm>
            <a:off x="0" y="2882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Use case diagram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1E71-B19C-BA35-473B-91929E1C6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4380" y="-97710"/>
            <a:ext cx="8520600" cy="572700"/>
          </a:xfrm>
        </p:spPr>
        <p:txBody>
          <a:bodyPr>
            <a:normAutofit/>
          </a:bodyPr>
          <a:lstStyle/>
          <a:p>
            <a:r>
              <a:rPr lang="en-US" sz="1800" dirty="0"/>
              <a:t>ER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C1B38-BAD6-1674-EBCF-18A66E8F5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3D2C6-222A-010B-45BF-5CA77EA1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280"/>
            <a:ext cx="700024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583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8C99-985B-975D-5F9C-FAA5F919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4540" y="-9345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Data Flow Diagram (DFD)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25EF-DD03-18FF-AA53-1E749B268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77249-C728-4F9C-990E-1833BEC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" y="356793"/>
            <a:ext cx="9144000" cy="478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9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Proposed Methodology</a:t>
            </a:r>
            <a:endParaRPr dirty="0"/>
          </a:p>
        </p:txBody>
      </p:sp>
      <p:sp>
        <p:nvSpPr>
          <p:cNvPr id="107" name="Google Shape;10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Waterfall model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Outline of Development Stages 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547091-611D-6140-14B8-FFD0E9FA67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927" y="-188686"/>
            <a:ext cx="2272892" cy="5143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2DF188-94B6-E2E9-928F-550F37DBC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7163" y="1164716"/>
            <a:ext cx="2819794" cy="3924848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B0CF27F1-FAFD-EBC5-07AA-0F5819AFF734}"/>
              </a:ext>
            </a:extLst>
          </p:cNvPr>
          <p:cNvGrpSpPr/>
          <p:nvPr/>
        </p:nvGrpSpPr>
        <p:grpSpPr>
          <a:xfrm>
            <a:off x="4962886" y="823240"/>
            <a:ext cx="2642760" cy="4272480"/>
            <a:chOff x="4962886" y="823240"/>
            <a:chExt cx="2642760" cy="42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2029F67-B535-7F61-A3DF-E25DCA54E96E}"/>
                    </a:ext>
                  </a:extLst>
                </p14:cNvPr>
                <p14:cNvContentPartPr/>
                <p14:nvPr/>
              </p14:nvContentPartPr>
              <p14:xfrm>
                <a:off x="4962886" y="823240"/>
                <a:ext cx="2535840" cy="4272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2029F67-B535-7F61-A3DF-E25DCA54E96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56766" y="817120"/>
                  <a:ext cx="2548080" cy="42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F96AA7-1132-F62D-F16C-EB0A1DD6122E}"/>
                    </a:ext>
                  </a:extLst>
                </p14:cNvPr>
                <p14:cNvContentPartPr/>
                <p14:nvPr/>
              </p14:nvContentPartPr>
              <p14:xfrm>
                <a:off x="7489006" y="885160"/>
                <a:ext cx="15120" cy="297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F96AA7-1132-F62D-F16C-EB0A1DD612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482886" y="879040"/>
                  <a:ext cx="273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5884200-8109-482C-8355-ECC18480CC16}"/>
                    </a:ext>
                  </a:extLst>
                </p14:cNvPr>
                <p14:cNvContentPartPr/>
                <p14:nvPr/>
              </p14:nvContentPartPr>
              <p14:xfrm>
                <a:off x="7409086" y="1010800"/>
                <a:ext cx="196560" cy="140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5884200-8109-482C-8355-ECC18480CC1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402966" y="1004680"/>
                  <a:ext cx="208800" cy="153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and Technologies</a:t>
            </a: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Programming Language: PHP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Database: MySQL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Front-end: HTML, CSS, JavaScript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Server: Apache / Nginx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Others: Bootstrap, AJAX, etc. (if used)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user and admin log in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Correct anonymity toggle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submission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Successfully viewing feedbacks that were submitted by the users sharing a common group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administrative actions such as deleting feedbacks and users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Timeline</a:t>
            </a:r>
            <a:endParaRPr dirty="0"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Gantt chart diagram only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FEC96-6271-AF15-2B36-AE8F34EA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882133"/>
            <a:ext cx="6773220" cy="4163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 Shaheen, A., Azam, F., &amp; Irshad, K. (2021, October). Anonymous Feedback: A real-time feedback to capture students’ engagement in learning process. In </a:t>
            </a:r>
            <a:r>
              <a:rPr lang="en-US" i="1" dirty="0"/>
              <a:t>International Conference on Medical Education (ICME 2021)</a:t>
            </a:r>
            <a:r>
              <a:rPr lang="en-US" dirty="0"/>
              <a:t> (pp. 65-68). Atlantis Press.</a:t>
            </a:r>
          </a:p>
          <a:p>
            <a:r>
              <a:rPr lang="en-US" dirty="0"/>
              <a:t> Frampton, A., Fox, F., Hollowood, A., </a:t>
            </a:r>
            <a:r>
              <a:rPr lang="en-US" dirty="0" err="1"/>
              <a:t>Northstone</a:t>
            </a:r>
            <a:r>
              <a:rPr lang="en-US" dirty="0"/>
              <a:t>, K., </a:t>
            </a:r>
            <a:r>
              <a:rPr lang="en-US" dirty="0" err="1"/>
              <a:t>Margelyte</a:t>
            </a:r>
            <a:r>
              <a:rPr lang="en-US" dirty="0"/>
              <a:t>, R., Smith-Clarke, S., &amp; Redwood, S. (2017). Using real-time, anonymous staff feedback to improve staff experience and engagement. </a:t>
            </a:r>
            <a:r>
              <a:rPr lang="en-US" i="1" dirty="0"/>
              <a:t>BMJ Quality Improvement Reports</a:t>
            </a:r>
            <a:r>
              <a:rPr lang="en-US" dirty="0"/>
              <a:t>, </a:t>
            </a:r>
            <a:r>
              <a:rPr lang="en-US" i="1" dirty="0"/>
              <a:t>6</a:t>
            </a:r>
            <a:r>
              <a:rPr lang="en-US" dirty="0"/>
              <a:t>(1).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1BC1-8784-F7DA-0769-75B2D841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528" y="2201253"/>
            <a:ext cx="8520600" cy="1739375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THANK YOU!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42481400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434</Words>
  <Application>Microsoft Office PowerPoint</Application>
  <PresentationFormat>On-screen Show (16:9)</PresentationFormat>
  <Paragraphs>73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Times New Roman</vt:lpstr>
      <vt:lpstr>Simple Light</vt:lpstr>
      <vt:lpstr>AnonAeon: Anonymous Feedback wall </vt:lpstr>
      <vt:lpstr>Contents</vt:lpstr>
      <vt:lpstr>Introduction</vt:lpstr>
      <vt:lpstr>Statement of Problem</vt:lpstr>
      <vt:lpstr>Objectives of the Project</vt:lpstr>
      <vt:lpstr>Scope of the Project</vt:lpstr>
      <vt:lpstr>Proposed System Overview</vt:lpstr>
      <vt:lpstr>System Design</vt:lpstr>
      <vt:lpstr>ER DIAGRAM</vt:lpstr>
      <vt:lpstr>Data Flow Diagram (DFD)</vt:lpstr>
      <vt:lpstr>Proposed Methodology</vt:lpstr>
      <vt:lpstr>Tools and Technologies</vt:lpstr>
      <vt:lpstr>Expected Outcomes</vt:lpstr>
      <vt:lpstr>Project Timeline</vt:lpstr>
      <vt:lpstr>References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Lumi N</dc:creator>
  <cp:lastModifiedBy>Lumi N</cp:lastModifiedBy>
  <cp:revision>5</cp:revision>
  <dcterms:modified xsi:type="dcterms:W3CDTF">2025-11-29T06:57:54Z</dcterms:modified>
</cp:coreProperties>
</file>