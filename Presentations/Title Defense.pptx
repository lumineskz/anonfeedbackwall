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35AB04-AA70-496F-8EE5-048A58F3911D}" v="24" dt="2025-11-07T14:14:04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88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5773-2DE1-A3CA-A0CD-2F07B587F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21BB4-742F-E590-4AFB-553AA953F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17CAE-6494-3495-A96A-C556F560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F3062-6741-CB30-AAA3-4413941A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DD03-CA43-190F-2958-75F2C4DF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1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D2A1-9F89-A0E0-5A10-ADF02449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13599-942B-3779-DEC2-C6B8EC07A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3A424-6AF6-58B8-3BD7-60DFE9D2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A03E0-E5B4-0343-A682-7BB5217FD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A66F-166F-AD86-8A15-743FDDA0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8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B999-21AD-A459-5067-CD27EA20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D6677-460E-EE4F-A206-3BCA61FA3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E047E-963B-B3E9-65C6-641B58192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0BF7E-A750-316C-BEF4-F852A8DF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8DA83-8FFD-DC7F-E37A-C151F8B7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6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EF3E-64CC-C893-F0C9-E659699B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2300-B0B5-91EE-BC3B-DA8287849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26332-0A06-1D7E-9595-C2832F07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33579-F48A-BEC6-625D-D89DF186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A02B0-65C6-E37D-7AD3-7A085EEB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67407-F156-A604-C977-5DA9FC07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8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B9AF-8B7E-16B4-8A67-2F611BCF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29CD3-0245-81AA-6FDB-13AEAC87A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793A6-AAF3-3581-639D-DDC481D26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4DF2A-01A7-1478-2979-ACD171F70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E47C2-E635-390A-94DF-3E9C0693C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A817F-5735-108E-AF70-80464053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23ECA-67CA-C649-8D4A-875D8643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5A0154-CC18-FBBF-7ECA-B280A616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0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7477-406C-203E-C1D7-77A1E39A3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4B3A9-79B6-678E-B8F0-BBED89AD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8E45C-5A65-B33D-7542-B4A07C5C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22550-7B8E-959D-D8FE-7CA46AC6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5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E3CE5-F81F-E867-05BA-BE596944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FBEF-E668-9CB8-5BC6-4FF55AE7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00476-A77A-F403-0B53-6252876F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17DF-BC3B-7351-349B-22BF9F60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94507-F9CC-41D6-3495-E1FABBA92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3347D-82E1-36A5-36C2-16EC0FA5D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B2F8F-D0F1-2E3C-2E0D-E001CF94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92168-6F0D-4CE9-1638-BA7F3890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0A7FA-532F-79AF-BF59-8349B9CB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7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342C-48E2-AD30-4CAF-C47434DC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40AE7-255B-D64F-ECDF-5997C6761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5A471-7947-2935-08BC-D1C3E94C7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0D62-8F94-FDFC-23E7-F454D153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8C37A-8200-BE2C-AE04-9BBADC81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31BC0-EC21-6CD5-1BE9-50B61B68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7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0083-19CE-EA38-36DA-C021C17A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33071-8DC3-A845-B8B8-4E6FD07BB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725E7-95CD-928B-9915-2242906B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23D59-A021-7F39-F435-C5D6383C5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CCEDE-9F2E-746D-616D-5F88CFBC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3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FBF53-9CE3-795B-116A-C03923DD4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26E48-C97C-5564-DE1C-A430CEF3E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5CC1F-30D6-6659-D127-324B1AD1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DC8FB-790C-64DC-DFB8-E3C0C9E2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4EE0A-4BF8-777A-53B5-A8A5D15E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5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3B8FE-E7F1-743C-9EF7-B98AC97F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AFFA5-F716-D07B-7A21-8E639DD1A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AA1EE-C80A-1DFB-C4EA-869B84488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11D9C-D74E-40AC-8402-50EBC03DF9B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D78A7-0367-F68B-3A0E-F5B565F21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5AC35-EA90-2858-8248-B9CBC0FE7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D2AB1-D30B-4CAB-B66C-A3B2B9F81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5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359E-CCCD-C200-9E4F-345360EF9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Anonymous Feedback Wall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1300B-1C62-52D2-7440-9B6F9F790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75718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By Shulabh Shrestha</a:t>
            </a:r>
          </a:p>
          <a:p>
            <a:pPr algn="l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8CE400-C7BB-0482-5FBA-E94B4A1BA951}"/>
              </a:ext>
            </a:extLst>
          </p:cNvPr>
          <p:cNvSpPr/>
          <p:nvPr/>
        </p:nvSpPr>
        <p:spPr>
          <a:xfrm>
            <a:off x="660274" y="-2926811"/>
            <a:ext cx="3726426" cy="23876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82F771-9B2E-7AD7-8C54-2FD7F9A38D96}"/>
              </a:ext>
            </a:extLst>
          </p:cNvPr>
          <p:cNvSpPr/>
          <p:nvPr/>
        </p:nvSpPr>
        <p:spPr>
          <a:xfrm>
            <a:off x="9030929" y="6929437"/>
            <a:ext cx="6322142" cy="389357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9A696CA-E4EC-6183-F00C-C7E92EDE72F6}"/>
              </a:ext>
            </a:extLst>
          </p:cNvPr>
          <p:cNvSpPr txBox="1">
            <a:spLocks/>
          </p:cNvSpPr>
          <p:nvPr/>
        </p:nvSpPr>
        <p:spPr>
          <a:xfrm>
            <a:off x="1356360" y="3615216"/>
            <a:ext cx="984504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A web-based platform designed to collect and display anonymous feedback securely. </a:t>
            </a:r>
          </a:p>
        </p:txBody>
      </p:sp>
    </p:spTree>
    <p:extLst>
      <p:ext uri="{BB962C8B-B14F-4D97-AF65-F5344CB8AC3E}">
        <p14:creationId xmlns:p14="http://schemas.microsoft.com/office/powerpoint/2010/main" val="362326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28F7-4CDC-435D-F100-32F982DB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25908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9A881-9769-EC97-A8CA-105EC4E90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9"/>
            <a:ext cx="10027920" cy="34512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A46E46-898C-2F00-F3D4-6D1D6CEDD373}"/>
              </a:ext>
            </a:extLst>
          </p:cNvPr>
          <p:cNvSpPr txBox="1">
            <a:spLocks/>
          </p:cNvSpPr>
          <p:nvPr/>
        </p:nvSpPr>
        <p:spPr>
          <a:xfrm>
            <a:off x="838200" y="1951831"/>
            <a:ext cx="10027920" cy="345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Problem Statement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AF99F3-D55B-CB26-CF5E-A2183D567108}"/>
              </a:ext>
            </a:extLst>
          </p:cNvPr>
          <p:cNvSpPr txBox="1">
            <a:spLocks/>
          </p:cNvSpPr>
          <p:nvPr/>
        </p:nvSpPr>
        <p:spPr>
          <a:xfrm>
            <a:off x="838200" y="2559843"/>
            <a:ext cx="10027920" cy="345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Objectives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C01627-AD8F-6496-E7F2-46696745A5F6}"/>
              </a:ext>
            </a:extLst>
          </p:cNvPr>
          <p:cNvSpPr txBox="1">
            <a:spLocks/>
          </p:cNvSpPr>
          <p:nvPr/>
        </p:nvSpPr>
        <p:spPr>
          <a:xfrm>
            <a:off x="838200" y="3167855"/>
            <a:ext cx="10027920" cy="345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Scope and Application Area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108218-DA29-EF03-1CBD-735C8E7EA968}"/>
              </a:ext>
            </a:extLst>
          </p:cNvPr>
          <p:cNvSpPr txBox="1">
            <a:spLocks/>
          </p:cNvSpPr>
          <p:nvPr/>
        </p:nvSpPr>
        <p:spPr>
          <a:xfrm>
            <a:off x="838200" y="3775867"/>
            <a:ext cx="10027920" cy="345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Prescribed Methodology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0E97F1-C62B-723B-2290-4FC8A85BECE4}"/>
              </a:ext>
            </a:extLst>
          </p:cNvPr>
          <p:cNvSpPr txBox="1">
            <a:spLocks/>
          </p:cNvSpPr>
          <p:nvPr/>
        </p:nvSpPr>
        <p:spPr>
          <a:xfrm>
            <a:off x="838200" y="4383879"/>
            <a:ext cx="10027920" cy="345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Feasibility Study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C30579-EE53-7954-39BB-AD7815ADFB4F}"/>
              </a:ext>
            </a:extLst>
          </p:cNvPr>
          <p:cNvSpPr txBox="1">
            <a:spLocks/>
          </p:cNvSpPr>
          <p:nvPr/>
        </p:nvSpPr>
        <p:spPr>
          <a:xfrm>
            <a:off x="838200" y="4991891"/>
            <a:ext cx="10027920" cy="345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Gantt Chart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B77952-E6F5-0F57-A778-FBCAF8F53D7B}"/>
              </a:ext>
            </a:extLst>
          </p:cNvPr>
          <p:cNvSpPr txBox="1">
            <a:spLocks/>
          </p:cNvSpPr>
          <p:nvPr/>
        </p:nvSpPr>
        <p:spPr>
          <a:xfrm>
            <a:off x="838200" y="5599903"/>
            <a:ext cx="10027920" cy="345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0785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83E2-0CAF-1A09-FA6E-C2E6E2C0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219B-8565-D4F5-23F8-366562C9D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Platform for collecting anonymous feedback</a:t>
            </a:r>
          </a:p>
          <a:p>
            <a:r>
              <a:rPr lang="en-US" dirty="0"/>
              <a:t>Helps organizations gather honest opinions</a:t>
            </a:r>
          </a:p>
          <a:p>
            <a:r>
              <a:rPr lang="en-US" dirty="0"/>
              <a:t>Web-based interface using PHP and JS</a:t>
            </a:r>
          </a:p>
          <a:p>
            <a:r>
              <a:rPr lang="en-US" dirty="0"/>
              <a:t>Secure storage of </a:t>
            </a:r>
            <a:r>
              <a:rPr lang="en-US" dirty="0" err="1"/>
              <a:t>submision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8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18CBE-04A3-F783-78FE-3470CED8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6405-BD70-E4C7-2B9A-0F63C394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2CF8B-FDA6-0283-A1FC-3047715CE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anonymous channels for feedback</a:t>
            </a:r>
          </a:p>
          <a:p>
            <a:r>
              <a:rPr lang="en-US" dirty="0"/>
              <a:t>Employees/Students hesitant to share honest opinions</a:t>
            </a:r>
          </a:p>
          <a:p>
            <a:r>
              <a:rPr lang="en-US" dirty="0"/>
              <a:t>Existing methods are often inefficient or insecure</a:t>
            </a:r>
          </a:p>
          <a:p>
            <a:r>
              <a:rPr lang="en-US" dirty="0"/>
              <a:t>Need for an easy-to-use, accessible platform</a:t>
            </a:r>
          </a:p>
        </p:txBody>
      </p:sp>
    </p:spTree>
    <p:extLst>
      <p:ext uri="{BB962C8B-B14F-4D97-AF65-F5344CB8AC3E}">
        <p14:creationId xmlns:p14="http://schemas.microsoft.com/office/powerpoint/2010/main" val="703096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189E-BC8A-B7E8-7F09-5E1278402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B3A2-4B10-936C-C84D-C16A5AB0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C1EC-887F-CFA4-D408-3AD33AEC3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users to submit feedback anonymously</a:t>
            </a:r>
          </a:p>
          <a:p>
            <a:r>
              <a:rPr lang="en-US" dirty="0"/>
              <a:t>Display feedback for authorized viewers securely</a:t>
            </a:r>
          </a:p>
          <a:p>
            <a:r>
              <a:rPr lang="en-US" dirty="0"/>
              <a:t>Ensure data integrity and privacy</a:t>
            </a:r>
          </a:p>
          <a:p>
            <a:r>
              <a:rPr lang="en-US" dirty="0"/>
              <a:t>Easy-to-navigate </a:t>
            </a:r>
            <a:r>
              <a:rPr lang="en-US" dirty="0" err="1"/>
              <a:t>interace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39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C54F-02B3-A285-0895-364A1E7F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and Application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203C-D8C2-C4D7-B5BC-D39FBAED1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96309"/>
          </a:xfrm>
        </p:spPr>
        <p:txBody>
          <a:bodyPr/>
          <a:lstStyle/>
          <a:p>
            <a:r>
              <a:rPr lang="en-US" dirty="0"/>
              <a:t>Scope:</a:t>
            </a:r>
          </a:p>
          <a:p>
            <a:pPr lvl="1"/>
            <a:r>
              <a:rPr lang="en-US" dirty="0"/>
              <a:t>Web based anonymous feedback system</a:t>
            </a:r>
          </a:p>
          <a:p>
            <a:pPr lvl="1"/>
            <a:r>
              <a:rPr lang="en-US" dirty="0"/>
              <a:t>PHP backend, HTML/CSS frontend, JS for interactivity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81C007-1699-1568-3982-9121237868A3}"/>
              </a:ext>
            </a:extLst>
          </p:cNvPr>
          <p:cNvSpPr txBox="1">
            <a:spLocks/>
          </p:cNvSpPr>
          <p:nvPr/>
        </p:nvSpPr>
        <p:spPr>
          <a:xfrm>
            <a:off x="838200" y="3952756"/>
            <a:ext cx="10515600" cy="14963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Application Areas:</a:t>
            </a:r>
          </a:p>
          <a:p>
            <a:pPr lvl="1"/>
            <a:r>
              <a:rPr lang="en-US" dirty="0"/>
              <a:t>Schools and Colleges</a:t>
            </a:r>
          </a:p>
          <a:p>
            <a:pPr lvl="1"/>
            <a:r>
              <a:rPr lang="en-US" dirty="0"/>
              <a:t>Companies and workspaces</a:t>
            </a:r>
          </a:p>
          <a:p>
            <a:pPr lvl="1"/>
            <a:r>
              <a:rPr lang="en-US" dirty="0"/>
              <a:t>Community organizations</a:t>
            </a:r>
          </a:p>
        </p:txBody>
      </p:sp>
    </p:spTree>
    <p:extLst>
      <p:ext uri="{BB962C8B-B14F-4D97-AF65-F5344CB8AC3E}">
        <p14:creationId xmlns:p14="http://schemas.microsoft.com/office/powerpoint/2010/main" val="159308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FB0E9-4C67-6F9C-091B-9415C2EC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0B1E2-1241-6B62-75F9-CEC89D842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 Gathering and analysis</a:t>
            </a:r>
          </a:p>
          <a:p>
            <a:r>
              <a:rPr lang="en-US" dirty="0"/>
              <a:t>Database design and backend setup (PHP/MySQL)</a:t>
            </a:r>
          </a:p>
          <a:p>
            <a:r>
              <a:rPr lang="en-US" dirty="0"/>
              <a:t>Frontend Development (HTML/CSS)</a:t>
            </a:r>
          </a:p>
          <a:p>
            <a:r>
              <a:rPr lang="en-US" dirty="0"/>
              <a:t>Testing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290220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8E68-9F55-1DD9-ADF0-D420D628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3D91-9F2C-D344-8D14-A447155FC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/>
          </a:bodyPr>
          <a:lstStyle/>
          <a:p>
            <a:r>
              <a:rPr lang="en-US" dirty="0"/>
              <a:t>Technical:</a:t>
            </a:r>
          </a:p>
          <a:p>
            <a:pPr lvl="1"/>
            <a:r>
              <a:rPr lang="en-US" dirty="0"/>
              <a:t>PHP, MySQL, HTML, CSS and </a:t>
            </a:r>
            <a:r>
              <a:rPr lang="en-US" dirty="0" err="1"/>
              <a:t>Javascript</a:t>
            </a:r>
            <a:r>
              <a:rPr lang="en-US" dirty="0"/>
              <a:t> are widely supported and easy to deploy</a:t>
            </a:r>
          </a:p>
          <a:p>
            <a:pPr lvl="1"/>
            <a:r>
              <a:rPr lang="en-US" dirty="0"/>
              <a:t>Scalable: Can handle multiple users and feedback entries </a:t>
            </a:r>
            <a:r>
              <a:rPr lang="en-US" dirty="0" err="1"/>
              <a:t>simultaneouslty</a:t>
            </a:r>
            <a:r>
              <a:rPr lang="en-US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F50226-06A4-A164-86F0-CF493442ABB1}"/>
              </a:ext>
            </a:extLst>
          </p:cNvPr>
          <p:cNvSpPr txBox="1">
            <a:spLocks/>
          </p:cNvSpPr>
          <p:nvPr/>
        </p:nvSpPr>
        <p:spPr>
          <a:xfrm>
            <a:off x="838200" y="3133564"/>
            <a:ext cx="10515600" cy="14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Economic Feasibility:</a:t>
            </a:r>
          </a:p>
          <a:p>
            <a:pPr lvl="1"/>
            <a:r>
              <a:rPr lang="en-US" sz="2000" dirty="0"/>
              <a:t>Low cost: open source technologies mean no licensing fees</a:t>
            </a:r>
          </a:p>
          <a:p>
            <a:pPr lvl="1"/>
            <a:r>
              <a:rPr lang="en-US" sz="2000" dirty="0"/>
              <a:t>Maintenance cost is low due to simple architecture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0E1953-7888-B130-B493-FA2431DE5024}"/>
              </a:ext>
            </a:extLst>
          </p:cNvPr>
          <p:cNvSpPr txBox="1">
            <a:spLocks/>
          </p:cNvSpPr>
          <p:nvPr/>
        </p:nvSpPr>
        <p:spPr>
          <a:xfrm>
            <a:off x="838200" y="4736939"/>
            <a:ext cx="10515600" cy="149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Time Feasibility:</a:t>
            </a:r>
          </a:p>
          <a:p>
            <a:pPr lvl="1"/>
            <a:r>
              <a:rPr lang="en-US" sz="1600" dirty="0"/>
              <a:t>Can be completed within one academic semester 6-8 weeks.</a:t>
            </a:r>
          </a:p>
        </p:txBody>
      </p:sp>
    </p:spTree>
    <p:extLst>
      <p:ext uri="{BB962C8B-B14F-4D97-AF65-F5344CB8AC3E}">
        <p14:creationId xmlns:p14="http://schemas.microsoft.com/office/powerpoint/2010/main" val="3312760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C5D3-6724-1A82-80DB-9F670DAF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82CB-6A40-A30F-D587-45D18A63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1776DE-4CBA-2C82-0D72-0ED519278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02831" y="1952699"/>
            <a:ext cx="12994831" cy="374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86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E383-58C7-ED97-159B-1758BC29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07A3-775E-A8FA-470F-2F65F755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A2DD4F-AA4A-3658-0270-0AA5B856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Shaheen, A., Azam, F., &amp; Irshad, K. (2021, October). Anonymous Feedback: A real-time feedback to capture students’ engagement in learning process. In </a:t>
            </a:r>
            <a:r>
              <a:rPr lang="en-US" sz="2400" i="1" dirty="0"/>
              <a:t>International Conference on Medical Education (ICME 2021)</a:t>
            </a:r>
            <a:r>
              <a:rPr lang="en-US" sz="2400" dirty="0"/>
              <a:t> (pp. 65-68). Atlantis Press</a:t>
            </a:r>
          </a:p>
          <a:p>
            <a:endParaRPr lang="en-US" sz="2400" dirty="0"/>
          </a:p>
          <a:p>
            <a:r>
              <a:rPr lang="en-US" sz="2400" dirty="0"/>
              <a:t>Frampton, A., Fox, F., Hollowood, A., </a:t>
            </a:r>
            <a:r>
              <a:rPr lang="en-US" sz="2400" dirty="0" err="1"/>
              <a:t>Northstone</a:t>
            </a:r>
            <a:r>
              <a:rPr lang="en-US" sz="2400" dirty="0"/>
              <a:t>, K., </a:t>
            </a:r>
            <a:r>
              <a:rPr lang="en-US" sz="2400" dirty="0" err="1"/>
              <a:t>Margelyte</a:t>
            </a:r>
            <a:r>
              <a:rPr lang="en-US" sz="2400" dirty="0"/>
              <a:t>, R., Smith-Clarke, S., &amp; Redwood, S. (2017). Using real-time, anonymous staff feedback to improve staff experience and engagement. </a:t>
            </a:r>
            <a:r>
              <a:rPr lang="en-US" sz="2400" i="1" dirty="0"/>
              <a:t>BMJ Quality Improvement Reports</a:t>
            </a:r>
            <a:r>
              <a:rPr lang="en-US" sz="2400" dirty="0"/>
              <a:t>, </a:t>
            </a:r>
            <a:r>
              <a:rPr lang="en-US" sz="2400" i="1" dirty="0"/>
              <a:t>6</a:t>
            </a:r>
            <a:r>
              <a:rPr lang="en-US" sz="2400" dirty="0"/>
              <a:t>(1).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585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9090-B69A-6D1F-8372-D6C8F56E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Thank You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F804-B162-F232-6CB1-CFF9B9EB538B}"/>
              </a:ext>
            </a:extLst>
          </p:cNvPr>
          <p:cNvSpPr txBox="1">
            <a:spLocks/>
          </p:cNvSpPr>
          <p:nvPr/>
        </p:nvSpPr>
        <p:spPr>
          <a:xfrm>
            <a:off x="905656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45958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340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Anonymous Feedback Wall</vt:lpstr>
      <vt:lpstr>Agenda</vt:lpstr>
      <vt:lpstr>Introduction</vt:lpstr>
      <vt:lpstr>Problem Statement</vt:lpstr>
      <vt:lpstr>Objectives</vt:lpstr>
      <vt:lpstr>Scope and Application Area</vt:lpstr>
      <vt:lpstr>Proposed Methodology</vt:lpstr>
      <vt:lpstr>Feasibility Study</vt:lpstr>
      <vt:lpstr>Gantt Chart</vt:lpstr>
      <vt:lpstr>References: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Lumi 26710</dc:creator>
  <cp:lastModifiedBy>Lumi 26710</cp:lastModifiedBy>
  <cp:revision>2</cp:revision>
  <dcterms:created xsi:type="dcterms:W3CDTF">2025-11-06T14:14:17Z</dcterms:created>
  <dcterms:modified xsi:type="dcterms:W3CDTF">2025-11-07T14:46:45Z</dcterms:modified>
</cp:coreProperties>
</file>